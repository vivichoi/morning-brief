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Morning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A0C4FF"/>
                </a:solidFill>
                <a:latin typeface="Calibri"/>
              </a:rPr>
              <a:t>一个跑在你桌面上的市场情报系统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AA"/>
                </a:solidFill>
                <a:latin typeface="Calibri"/>
              </a:rPr>
              <a:t>为不会读金融代码的人设计  ·  跨 Mac + Win + iPhone  ·  自包含、可分享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657600"/>
            <a:ext cx="2560320" cy="4572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850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全免费数据源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3657600"/>
            <a:ext cx="25603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6850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AI 白话解读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657600"/>
            <a:ext cx="2560320" cy="457200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6850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本地隐私保护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今天是 2026-06-05  |  Phase 4 shipped  |  35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你早上想知道市场咋样，但是…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AA"/>
                </a:solidFill>
                <a:latin typeface="Calibri"/>
              </a:rPr>
              <a:t>问题陈述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47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3748"/>
                </a:solidFill>
                <a:latin typeface="Calibri"/>
              </a:rPr>
              <a:t>📱  主流财经 APP 推送太多太乱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163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55"/>
                </a:solidFill>
                <a:latin typeface="Calibri"/>
              </a:rPr>
              <a:t>彭博、雪球、东财…推送 100 条，你真正需要的 5 条被淹没了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11880"/>
            <a:ext cx="11247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3748"/>
                </a:solidFill>
                <a:latin typeface="Calibri"/>
              </a:rPr>
              <a:t>💸  Day1Global / 彭博终端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422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55"/>
                </a:solidFill>
                <a:latin typeface="Calibri"/>
              </a:rPr>
              <a:t>专业工具看不懂，或者太贵（Bloomberg 终端 ~$2,000/月）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37760"/>
            <a:ext cx="11247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3748"/>
                </a:solidFill>
                <a:latin typeface="Calibri"/>
              </a:rPr>
              <a:t>🗂️  持仓散在多个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6811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55"/>
                </a:solidFill>
                <a:latin typeface="Calibri"/>
              </a:rPr>
              <a:t>IBKR + 币安 + Coinbase，没有任何一个工具帮你串起来看全局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解决方案：一个文件夹，两个工具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AA"/>
                </a:solidFill>
                <a:latin typeface="Calibri"/>
              </a:rPr>
              <a:t>设计原则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5577840" cy="4389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5577840" cy="64008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Surface A — Daily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AA"/>
                </a:solidFill>
                <a:latin typeface="Calibri"/>
              </a:rPr>
              <a:t>每天跑一次  ·  5 分钟知道市场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55"/>
                </a:solidFill>
                <a:latin typeface="Calibri"/>
              </a:rPr>
              <a:t>▸  抓取 9 个核心市场指标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5020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55"/>
                </a:solidFill>
                <a:latin typeface="Calibri"/>
              </a:rPr>
              <a:t>▸  BTC 抄底分（0–100）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55"/>
                </a:solidFill>
                <a:latin typeface="Calibri"/>
              </a:rPr>
              <a:t>▸  Claude 白话 AI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6694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55"/>
                </a:solidFill>
                <a:latin typeface="Calibri"/>
              </a:rPr>
              <a:t>▸  生成可分享 HTML 快照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103120"/>
            <a:ext cx="5577840" cy="4389120"/>
          </a:xfrm>
          <a:prstGeom prst="rect">
            <a:avLst/>
          </a:prstGeom>
          <a:solidFill>
            <a:srgbClr val="FFFFFF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103120"/>
            <a:ext cx="55778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2140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Surface B — Portfolio Explorer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AA"/>
                </a:solidFill>
                <a:latin typeface="Calibri"/>
              </a:rPr>
              <a:t>本地 WebUI  ·  上传 CSV 看持仓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918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55"/>
                </a:solidFill>
                <a:latin typeface="Calibri"/>
              </a:rPr>
              <a:t>▸  IBKR / Binance / Coinbase 导入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5020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55"/>
                </a:solidFill>
                <a:latin typeface="Calibri"/>
              </a:rPr>
              <a:t>▸  持仓饼图 + 盈亏棒图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60857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55"/>
                </a:solidFill>
                <a:latin typeface="Calibri"/>
              </a:rPr>
              <a:t>▸  AI 白话总结（4 个板块）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26694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55"/>
                </a:solidFill>
                <a:latin typeface="Calibri"/>
              </a:rPr>
              <a:t>▸  只跑本地，CSV 不外泄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Surface A — Daily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AA"/>
                </a:solidFill>
                <a:latin typeface="Calibri"/>
              </a:rPr>
              <a:t>每天早上 8:00 自动跑一次（Mac mini launchd）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240280"/>
            <a:ext cx="411480" cy="41148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9 个核心指标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SPY / QQQ / VIX / DXY / GLD / USO / BTC / ETH — 大盘、情绪、宏观全覆盖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108959"/>
            <a:ext cx="411480" cy="41148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118103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Crypto F&amp;G 指数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19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alternative.me 每日发布  ·  0 = 极恐  ·  100 = 极贪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77640"/>
            <a:ext cx="411480" cy="41148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8678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BTC 抄底分  0–100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4 个免费指标加权：ETF 资金流 + Funding Rate + F&amp;G + 多空比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46320"/>
            <a:ext cx="411480" cy="41148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85546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Claude AI 5 段解读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120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Headline · 流动性基调 · 各票 thesis · BTC 叙事 · Top 10 要闻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14999"/>
            <a:ext cx="411480" cy="41148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724143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669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自包含 HTML 快照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080759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demos/YYYY-MM-DD.html  — 发给任何人，浏览器直接打开，零安装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2194560"/>
            <a:ext cx="3108960" cy="1005840"/>
          </a:xfrm>
          <a:prstGeom prst="rect">
            <a:avLst/>
          </a:prstGeom>
          <a:solidFill>
            <a:srgbClr val="E6F4EA"/>
          </a:solidFill>
          <a:ln w="1905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F37"/>
                </a:solidFill>
                <a:latin typeface="Calibri"/>
              </a:rPr>
              <a:t>💰  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5786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数据全免费  +  Claude API ~$0.05/天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Surface B — Portfolio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AA"/>
                </a:solidFill>
                <a:latin typeface="Calibri"/>
              </a:rPr>
              <a:t>本地 WebUI  ·  http://127.0.0.1:8765  ·  只有你自己能访问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53035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B82F6"/>
                </a:solidFill>
                <a:latin typeface="Calibri"/>
              </a:rPr>
              <a:t>① 上传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IBKR / Binance / Coinbase 原生格式
或手工表（symbol + quantity + cost 三列）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57600"/>
            <a:ext cx="53035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B82F6"/>
                </a:solidFill>
                <a:latin typeface="Calibri"/>
              </a:rPr>
              <a:t>② 看可视化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持仓饼图（Allocation Donut）+ 盈亏棒图（P&amp;L Bar）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029200"/>
            <a:ext cx="53035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B82F6"/>
                </a:solidFill>
                <a:latin typeface="Calibri"/>
              </a:rPr>
              <a:t>③ 读 AI 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321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Claude 写 4 段白话：你是什么风格、什么在赚、什么在亏、要警惕啥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5394960" cy="4114800"/>
          </a:xfrm>
          <a:prstGeom prst="rect">
            <a:avLst/>
          </a:prstGeom>
          <a:solidFill>
            <a:srgbClr val="FFF8E1"/>
          </a:solidFill>
          <a:ln w="25400">
            <a:solidFill>
              <a:srgbClr val="D4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8A00"/>
                </a:solidFill>
                <a:latin typeface="Calibri"/>
              </a:rPr>
              <a:t>🔒  隐私保证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71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✓  服务器只绑定 127.0.0.1（本机回环地址）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✓  外网完全无法访问，即使在公共 WiFi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325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✓  上传的 CSV 存在 portfolios/ 文件夹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628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✓  portfolios/ 被 .gitignore 排除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093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✓  即使你 git push，CSV 绝对不会上传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✓  Anthropic API 不允许用调用数据训练模型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BTC 抄底分  0–100 — 怎么打出来的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AA"/>
                </a:solidFill>
                <a:latin typeface="Calibri"/>
              </a:rPr>
              <a:t>4 个免费日线指标加权合成  ·  借鉴 Day1Global 方法论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148840"/>
            <a:ext cx="2834640" cy="34747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148840"/>
            <a:ext cx="2834640" cy="59436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762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ETF 净资金流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7F37"/>
                </a:solidFill>
                <a:latin typeface="Calibri"/>
              </a:rPr>
              <a:t>权重 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46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farside.co.uk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118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机构每天往 BTC 现货 ETF
净买入还是净卖出？
净流入 +500M USD → 满分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148840"/>
            <a:ext cx="2834640" cy="3474720"/>
          </a:xfrm>
          <a:prstGeom prst="rect">
            <a:avLst/>
          </a:prstGeom>
          <a:solidFill>
            <a:srgbClr val="FFFFFF"/>
          </a:solidFill>
          <a:ln w="31750"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2148840"/>
            <a:ext cx="2834640" cy="59436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1762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Funding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F222E"/>
                </a:solidFill>
                <a:latin typeface="Calibri"/>
              </a:rPr>
              <a:t>权重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246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Binance Futures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6118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永续合约多头付给空头的费率
费率极正 = 多头过热
费率极负 = 空头恐慌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48840"/>
            <a:ext cx="2834640" cy="3474720"/>
          </a:xfrm>
          <a:prstGeom prst="rect">
            <a:avLst/>
          </a:prstGeom>
          <a:solidFill>
            <a:srgbClr val="FFFFFF"/>
          </a:solidFill>
          <a:ln w="31750">
            <a:solidFill>
              <a:srgbClr val="D4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148840"/>
            <a:ext cx="2834640" cy="594360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762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F&amp;G 指数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8A00"/>
                </a:solidFill>
                <a:latin typeface="Calibri"/>
              </a:rPr>
              <a:t>权重 22%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alternative.me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118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0–100 的综合情绪指标
直接映射为组件分
0 = 极恐  100 = 极贪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2148840"/>
            <a:ext cx="2834640" cy="3474720"/>
          </a:xfrm>
          <a:prstGeom prst="rect">
            <a:avLst/>
          </a:prstGeom>
          <a:solidFill>
            <a:srgbClr val="FFFFFF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2148840"/>
            <a:ext cx="283464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1762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多空比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Calibri"/>
              </a:rPr>
              <a:t>权重 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246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Binance Futures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6118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合约市场做多账户 ÷ 做空账户
&gt; 1 = 偏多
&lt; 1 = 偏空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47120" cy="32004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687068" cy="32004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44268" y="5760720"/>
            <a:ext cx="3374136" cy="320040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404" y="5760720"/>
            <a:ext cx="1124712" cy="32004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43116" y="5760720"/>
            <a:ext cx="3374135" cy="320040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17252" y="5760720"/>
            <a:ext cx="1687068" cy="32004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5440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F222E"/>
                </a:solidFill>
                <a:latin typeface="Calibr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15668" y="5440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8A00"/>
                </a:solidFill>
                <a:latin typeface="Calibri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9804" y="5440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8A00"/>
                </a:solidFill>
                <a:latin typeface="Calibri"/>
              </a:rPr>
              <a:t>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4516" y="5440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7F37"/>
                </a:solidFill>
                <a:latin typeface="Calibri"/>
              </a:rPr>
              <a:t>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8652" y="5440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8A00"/>
                </a:solidFill>
                <a:latin typeface="Calibri"/>
              </a:rPr>
              <a:t>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5440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F222E"/>
                </a:solidFill>
                <a:latin typeface="Calibri"/>
              </a:rPr>
              <a:t>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数据源 — 全部免费，无需付费订阅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AA"/>
                </a:solidFill>
                <a:latin typeface="Calibri"/>
              </a:rPr>
              <a:t>只需要 Anthropic API Key（~$0.05/天）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48840"/>
            <a:ext cx="55778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48840"/>
            <a:ext cx="164592" cy="128016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240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yfinance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51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美股 / ETF / VIX / DXY / Gold / Oil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017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免费  ·  Yahoo Finance 公共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11880"/>
            <a:ext cx="55778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611880"/>
            <a:ext cx="164592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703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CoinGecko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加密货币现货价格 + 24h 涨跌幅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480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免费  ·  无需注册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074920"/>
            <a:ext cx="55778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4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074920"/>
            <a:ext cx="164592" cy="1280160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1663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alternative.me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577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Crypto Fear &amp; Greed 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943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免费  ·  每日更新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148840"/>
            <a:ext cx="55778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148840"/>
            <a:ext cx="164592" cy="128016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240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farside.co.uk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651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BTC 现货 ETF 每日净资金流数据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017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免费  ·  公开网页抓取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611880"/>
            <a:ext cx="55778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611880"/>
            <a:ext cx="164592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3703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Binance Futures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Funding Rate + 多空比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480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免费  ·  无需账户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5074920"/>
            <a:ext cx="55778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5074920"/>
            <a:ext cx="164592" cy="128016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51663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Anthropic Claude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5577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所有 AI 白话解读文字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5943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~$0.05/天  ·  需要 API Key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技术架构 — 数据流一览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AA"/>
                </a:solidFill>
                <a:latin typeface="Calibri"/>
              </a:rPr>
              <a:t>单文件夹  ·  git 同步  ·  无需服务器  ·  可移植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926080"/>
            <a:ext cx="201168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297180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config/
watchlist.json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194560"/>
            <a:ext cx="2103120" cy="82296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2" y="22402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lib/fetch.py
数据抓取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474720"/>
            <a:ext cx="2103120" cy="822960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352044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lib/score.py
BTC 抄底分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194560"/>
            <a:ext cx="2286000" cy="82296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0992" y="224028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lib/claude_brief.py
AI 解读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3474720"/>
            <a:ext cx="2286000" cy="8229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0992" y="35204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lib/render.py
HTML 渲染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194560"/>
            <a:ext cx="2286000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224028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snapshots/
YYYY-MM-DD.json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3474720"/>
            <a:ext cx="2286000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352044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demos/
YYYY-MM-DD.html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999232"/>
            <a:ext cx="457200" cy="3657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4279392"/>
            <a:ext cx="457200" cy="3657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2999232"/>
            <a:ext cx="731520" cy="3657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7327" y="3017520"/>
            <a:ext cx="36576" cy="4572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4279392"/>
            <a:ext cx="731520" cy="3657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46320" y="4279392"/>
            <a:ext cx="731520" cy="3657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2999232"/>
            <a:ext cx="640080" cy="3657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4279392"/>
            <a:ext cx="640080" cy="3657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① 读 watchlist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② 抓数据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③ 算分数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④ 生成文字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⑤ 渲染 HTML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⑥ 保存输出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35 个测试用例覆盖全部核心逻辑  ·  部分数据源不可用时优雅降级，不崩溃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视觉设计规则 — 专门为金融小白优化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AA"/>
                </a:solidFill>
                <a:latin typeface="Calibri"/>
              </a:rPr>
              <a:t>每个设计决策都有理由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48840"/>
            <a:ext cx="54864" cy="64008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图永远比表多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963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所有数字都有对应的可视化。饼图看 allocation，棒图看盈亏，温度计看情绪。不会只给你一个数字让你自己猜意思。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017520"/>
            <a:ext cx="54864" cy="64008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红 / 绿 / 橙全局一致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6499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绿 = 涨 / 好  ·  红 = 跌 / 危险  ·  橙 = 警告。从第一页到最后一页，颜色语义从不变化。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86200"/>
            <a:ext cx="54864" cy="640080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每个数字都有 Tooltip (悬浮解释)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3367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把鼠标悬停在任何数字上，会弹出一句白话解释。VIX 旁边会说: 低于 20 = 市场平静。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54879"/>
            <a:ext cx="54864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754879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底部固定术语面板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02351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每个页面底部都有可折叠的 Glossary，VIX / DXY / F&amp;G / Funding Rate 等全部有定义。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623560"/>
            <a:ext cx="54864" cy="64008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62356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Claude 的输出禁止 jargon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7103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  <a:latin typeface="Calibri"/>
              </a:rPr>
              <a:t>系统 Prompt 强制要求：遇到专业词必须当场括号解释。比如写'流动性(市场上有多少钱可以买卖)趋紧'而不是只写'流动性趋紧'。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安全设计 — 个人工具也应该做对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AA"/>
                </a:solidFill>
                <a:latin typeface="Calibri"/>
              </a:rPr>
              <a:t>四层防护，从 CDN 到本地网络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48840"/>
            <a:ext cx="114300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48840"/>
            <a:ext cx="164592" cy="96012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21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SRI — 子资源完整性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HTML 文件里的所有 CDN 脚本（Pico CSS、Chart.js）都带 integrity= 校验码。如果 CDN 被黑客替换内容，浏览器会拒绝执行，不会运行恶意代码。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114300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16459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DOM API — 防 XSS 注入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Portfolio Explorer 的 WebUI 用 textContent 和 DOM API 渲染用户上传的数据，从不用 innerHTML。即使 CSV 里包含 &lt;script&gt; 标签，也不会执行。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51960"/>
            <a:ext cx="114300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251960"/>
            <a:ext cx="164592" cy="960120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251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Loopback Only — 无公网暴露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FastAPI 只绑定 127.0.0.1:8765，不是 0.0.0.0。即使在办公室 WiFi 或公共网络，其他设备也完全无法访问你的 Portfolio Explorer。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03520"/>
            <a:ext cx="114300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303520"/>
            <a:ext cx="164592" cy="96012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76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CSV 永不出本机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portfolios/ 被 .gitignore 排除。git commit / git push 都不会把你的持仓文件带走。这是代码级别的保证，不只是文档说明。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怎么用 — 3 种方式，选最顺手的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AA"/>
                </a:solidFill>
                <a:latin typeface="Calibri"/>
              </a:rPr>
              <a:t>从双击启动到全自动 launchd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103120"/>
            <a:ext cx="3749039" cy="4389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103120"/>
            <a:ext cx="3749039" cy="54864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2140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双击启动器（推荐，最简单）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AA"/>
                </a:solidFill>
                <a:latin typeface="Courier New"/>
              </a:rPr>
              <a:t>launchers/ 文件夹里有 4 个文件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00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▸  Daily-Brief.command  /  Daily-Brief.bat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8679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▸  Portfolio-Explorer.command  /  Portfolio-Explorer.bat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5354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▸  Mac 第一次：右键 → 打开 → 打开，之后直接双击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20293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▸  Win 第一次：SmartScreen → 更多信息 → 仍然运行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103120"/>
            <a:ext cx="3749039" cy="4389120"/>
          </a:xfrm>
          <a:prstGeom prst="rect">
            <a:avLst/>
          </a:prstGeom>
          <a:solidFill>
            <a:srgbClr val="FFFFFF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2103120"/>
            <a:ext cx="3749039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212140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命令行（需要打开 Terminal）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27432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AA"/>
                </a:solidFill>
                <a:latin typeface="Courier New"/>
              </a:rPr>
              <a:t>python morning_brief.py  /  python webui.py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3200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▸  --no-open      不自动打开浏览器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38679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▸  --commit       把快照 git commit 存档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45354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▸  --commit --push   存档并推送到远程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520293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▸  适合开发者或想要更多控制的场景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103120"/>
            <a:ext cx="3749039" cy="4389120"/>
          </a:xfrm>
          <a:prstGeom prst="rect">
            <a:avLst/>
          </a:prstGeom>
          <a:solidFill>
            <a:srgbClr val="FFFFFF"/>
          </a:solidFill>
          <a:ln w="31750">
            <a:solidFill>
              <a:srgbClr val="D4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103120"/>
            <a:ext cx="3749039" cy="548640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12140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Mac mini launchd 全自动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432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AA"/>
                </a:solidFill>
                <a:latin typeface="Courier New"/>
              </a:rPr>
              <a:t>./scripts/install_launchd.sh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200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▸  安装后每天 08:00 Europe/Rome 自动跑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8679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▸  起床就能看今天的市场快照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5354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▸  日志存在 .launchd.out.log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20293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▸  卸载：launchctl unload + rm plist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Roadmap — 还会做什么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AA"/>
                </a:solidFill>
                <a:latin typeface="Calibri"/>
              </a:rPr>
              <a:t>Phase 2 backlog  ·  按优先级排列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48840"/>
            <a:ext cx="640080" cy="64008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2219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P2-01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链上指标（LTH-MVRV / NUPL / SOPR）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打完 Day1Global 剩余 9 个付费指标对应的免费替代，BTC 抄底分从 4 维变 13 维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17520"/>
            <a:ext cx="640080" cy="64008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09067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P2-02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632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Fund Finance 行业镜头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2900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追踪电力电子、半导体等 ETF 资金流，为 UniCredit / Polimi 相关岗位申请定制市场视野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86200"/>
            <a:ext cx="6400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593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P2-03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319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PDF 财报上传 → Claude 解读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976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把一份财报 PDF 拖进来，Claude 提取最重要的 3-5 个要点，白话输出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54879"/>
            <a:ext cx="640080" cy="640080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82803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P2-04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800599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GitHub Pages 公网快照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166359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--commit --push 自动推到 GH Pages，生成公开链接，发给面试官 / 教授看，零安装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623560"/>
            <a:ext cx="640080" cy="64008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6967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P2-05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6692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Telegram / Mac 通知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60350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当 BTC 抄底分进入极端区（&lt; 15 或 &gt; 85）时，自动推送到手机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完整列表见 README.md  →  Roadmap (P2)  章节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A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